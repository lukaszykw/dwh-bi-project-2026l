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Climate, Economy and Mental Health in Europe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Raport finalny KM3 | DW/BI | 2000-2010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 projektu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Budowa systemu DW/BI integrującego dane klimatyczne, ekonomiczne i zdrowia psychicznego.</a:t>
            </a:r>
          </a:p>
          <a:p>
            <a:pPr>
              <a:defRPr sz="2000"/>
            </a:pPr>
            <a:r>
              <a:t>Zakres: kraje europejskie, lata 2000-2010.</a:t>
            </a:r>
          </a:p>
          <a:p>
            <a:pPr>
              <a:defRPr sz="2000"/>
            </a:pPr>
            <a:r>
              <a:t>Odbiorca: analityk zdrowia publicznego lub decydent.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Architektura rozwiązania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Źródła: Open-Meteo API oraz lokalne CSV.</a:t>
            </a:r>
          </a:p>
          <a:p>
            <a:pPr>
              <a:defRPr sz="2000"/>
            </a:pPr>
            <a:r>
              <a:t>ETL: Python, cache API, mapowania i zapis do staging.</a:t>
            </a:r>
          </a:p>
          <a:p>
            <a:pPr>
              <a:defRPr sz="2000"/>
            </a:pPr>
            <a:r>
              <a:t>ELT/DW: SQL Server, schematy staging i dw.</a:t>
            </a:r>
          </a:p>
          <a:p>
            <a:pPr>
              <a:defRPr sz="2000"/>
            </a:pPr>
            <a:r>
              <a:t>BI: Power BI Desktop, raporty interaktywne i eksport PDF.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hurtowni danych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Schemat konstelacji z trzema tabelami faktów.</a:t>
            </a:r>
          </a:p>
          <a:p>
            <a:pPr>
              <a:defRPr sz="2000"/>
            </a:pPr>
            <a:r>
              <a:t>Fakty: FACT_WEATHER, FACT_ECONOMY, FACT_MENTAL_HEALTH.</a:t>
            </a:r>
          </a:p>
          <a:p>
            <a:pPr>
              <a:defRPr sz="2000"/>
            </a:pPr>
            <a:r>
              <a:t>Wymiary: kraj, data, rok, miesiąc, zaburzenie.</a:t>
            </a:r>
          </a:p>
          <a:p>
            <a:pPr>
              <a:defRPr sz="2000"/>
            </a:pPr>
            <a:r>
              <a:t>Widoki pogodowe: miesięczne, roczne i sezonowe.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 ETL/ELT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Python pobiera dane z API i lokalnych CSV.</a:t>
            </a:r>
          </a:p>
          <a:p>
            <a:pPr>
              <a:defRPr sz="2000"/>
            </a:pPr>
            <a:r>
              <a:t>Dane trafiają do tabel staging.STG_*.</a:t>
            </a:r>
          </a:p>
          <a:p>
            <a:pPr>
              <a:defRPr sz="2000"/>
            </a:pPr>
            <a:r>
              <a:t>SQL Server transformuje dane ze stagingu do modelu dw.</a:t>
            </a:r>
          </a:p>
          <a:p>
            <a:pPr>
              <a:defRPr sz="2000"/>
            </a:pPr>
            <a:r>
              <a:t>Ponowne ładowanie jest idempotentne i nie tworzy duplikatów.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Jakość danych i testy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Brak duplikatów na ziarnie staging i faktów.</a:t>
            </a:r>
          </a:p>
          <a:p>
            <a:pPr>
              <a:defRPr sz="2000"/>
            </a:pPr>
            <a:r>
              <a:t>Brak wartości poza zakresem w testach SQL.</a:t>
            </a:r>
          </a:p>
          <a:p>
            <a:pPr>
              <a:defRPr sz="2000"/>
            </a:pPr>
            <a:r>
              <a:t>Brak brakujących powiązań faktów z wymiarami.</a:t>
            </a:r>
          </a:p>
          <a:p>
            <a:pPr>
              <a:defRPr sz="2000"/>
            </a:pPr>
            <a:r>
              <a:t>Zakres faktów: lata 2000-2010.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Warstwa Power 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Mental Health Map - przestrzenna analiza prevalencji.</a:t>
            </a:r>
          </a:p>
          <a:p>
            <a:pPr>
              <a:defRPr sz="2000"/>
            </a:pPr>
            <a:r>
              <a:t>Mental Health &amp; Economy - zależności z PKB i bezrobociem.</a:t>
            </a:r>
          </a:p>
          <a:p>
            <a:pPr>
              <a:defRPr sz="2000"/>
            </a:pPr>
            <a:r>
              <a:t>Climate &amp; Mental Health - nasłonecznienie, temperatura i zdrowie psychiczne.</a:t>
            </a:r>
          </a:p>
          <a:p>
            <a:pPr>
              <a:defRPr sz="2000"/>
            </a:pPr>
            <a:r>
              <a:t>Alcohol &amp; Unemployment - alkohol, bezrobocie i zaburzenia alkoholowe.</a:t>
            </a:r>
          </a:p>
          <a:p>
            <a:pPr>
              <a:defRPr sz="2000"/>
            </a:pPr>
            <a:r>
              <a:t>What-if Simulation - scenariusz zmiany temperatury zimowej.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Najważniejsze wyniki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System umożliwia analizę danych według kraju, regionu, roku i zaburzenia.</a:t>
            </a:r>
          </a:p>
          <a:p>
            <a:pPr>
              <a:defRPr sz="2000"/>
            </a:pPr>
            <a:r>
              <a:t>Agregaty pogodowe rozwiązują różnicę granulacji między pogodą dzienną a danymi rocznymi.</a:t>
            </a:r>
          </a:p>
          <a:p>
            <a:pPr>
              <a:defRPr sz="2000"/>
            </a:pPr>
            <a:r>
              <a:t>Raporty Power BI potwierdzają działanie przepływu end-to-end.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Ograniczenia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Open-Meteo stosuje limity API, dlatego dodano lokalny cache i retry.</a:t>
            </a:r>
          </a:p>
          <a:p>
            <a:pPr>
              <a:defRPr sz="2000"/>
            </a:pPr>
            <a:r>
              <a:t>Nie wszystkie pozycje słownika zaburzeń mają dane faktowe w źródłowym CSV.</a:t>
            </a:r>
          </a:p>
          <a:p>
            <a:pPr>
              <a:defRPr sz="2000"/>
            </a:pPr>
            <a:r>
              <a:t>What-if jest symulacją scenariuszową, a nie modelem medycznym.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Podsumowanie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Zaimplementowano działający system DW/BI.</a:t>
            </a:r>
          </a:p>
          <a:p>
            <a:pPr>
              <a:defRPr sz="2000"/>
            </a:pPr>
            <a:r>
              <a:t>Dane zostały zintegrowane, przetestowane i udostępnione w Power BI.</a:t>
            </a:r>
          </a:p>
          <a:p>
            <a:pPr>
              <a:defRPr sz="2000"/>
            </a:pPr>
            <a:r>
              <a:t>Projekt spełnia wymagania KM3: ETL/ELT, hurtownia, BI, raporty i testy funkcjonalne.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